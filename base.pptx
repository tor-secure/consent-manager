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What is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Data is information relating to a person, organisation, device or activity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It may be collected directly, indirectly or generated through digital activity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Websites and applications continuously collect and process data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Data is an important digital and business asset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1/25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Types of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Personal Data: Name, email, phone number, address, identifiers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Financial / Health / Biometric Data: Higher-risk categories of personal information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Technical Data: IP address, device, browser, cookies and logs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Behavioural Data: Preferences, browsing, clicks, searches and interactions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2/25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Why is Consent Needed?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Users should know what data is collected and why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Consent provides a clear record of the individual's choice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Users should be able to give, review and withdraw consent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Organisations need mechanisms to demonstrate and manage consent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3/25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What is DPDP?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India's Digital Personal Data Protection Act, 2023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Provides a framework for processing digital personal data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Defines responsibilities of organisations processing personal data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Provides rights and protections for individuals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4/25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DPDP Penalties: Up to ₹250 Crore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₹250 crore: Failure to implement reasonable security safeguards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₹200 crore: Failure to notify a personal data breach and certain child-data obligations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₹150 crore: Breach of specified Significant Data Fiduciary obligations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₹50 crore: Other specified breaches; ₹10,000 for specified Data Principal duties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na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5/25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Data Principal &amp; Data Fiduciary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Data Principal: The individual to whom the personal data relates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Data Fiduciary: The organisation determining the purpose and means of processing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Example: Customer = Data Principal; e-commerce company = Data Fiduciary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The Data Fiduciary has obligations under the DPDP 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6/25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What is a Consent Manager?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A technology layer that helps individuals manage their consent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Enables users to give, review and withdraw consent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Maintains records of consent and user preferences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Helps organisations manage consent-related processes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7/25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What Does DPDP Say About Consent Manager?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DPDP Act specifically recognises the concept of a Consent Manager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Enables a Data Principal to give, manage, review and withdraw consent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May act as an intermediary between Data Principal and Data Fiduciary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Subject to registration and prescribed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8/25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Global Privacy Laws &amp; Consent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India – DPDP Act: Explicitly recognises the Consent Manager concept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EU – GDPR: Requires valid and demonstrable consent where consent is the legal basis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Brazil – LGPD: Provides requirements concerning consent and withdrawal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South Africa – POPIA: Establishes consent and lawful-processing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9/25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What is Consent Guru?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A Consent Management Platform for organisations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Helps collect, record and manage user consent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Designed with the Indian privacy and DPDP ecosystem in mind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Provides a centralised platform for consent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u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10/25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Key Features of Consent Guru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Consent banner and preference centre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Consent collection, recording and withdrawal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Consent logs and audit trail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Website, cookie and third-party tracker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11/25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Consent Guru vs Global CMPs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Consent management: Consent Guru, OneTrust, Usercentrics, Cookiebot and Didomi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Consent records and audit capabilities are common across leading CMPs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Multi-website management is available across major CMP platforms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Consent Guru differentiates through its India-first and DPDP-focused positioning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loba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12/25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Consent Guru vs CMPs in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Consent Guru: India / DPDP-focused consent management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CookieYes: Global / SMB-oriented CMP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Complianz: Website / WordPress-oriented privacy solution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OneTrust and Usercentrics: Global enterprise/privacy platforms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loba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13/25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Unique Features of Consent Guru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India-first consent management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Designed around the DPDP ecosystem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Centralised management of multiple websites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Simple implementation for organisations of different sizes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14/25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How to Install Consent Guru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Create your Consent Guru account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Add and configure your website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Configure consent categories, purposes and preferences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Add the Consent Guru script to your website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15/25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How Does It Look on Your Website?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Privacy / consent notification displayed to website visitors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Clear options to Accept, Reject or Manage Preferences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Users can access their preferences again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Interface can be aligned with website branding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16/25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What Can the User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Understand what data and cookies are being used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Accept or reject applicable categories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Provide granular consent where applicable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Review or withdraw consent later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17/25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What Can the Administrator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Configure consent categories and purposes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Manage websites and consent settings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View consent records and activity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Generate reports for compliance and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18/25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Multiple Websites. One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Add and manage multiple websites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Centralise consent configurations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Monitor consent activity across domains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Suitable for organisations with multiple brands and portals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19/25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The Consent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Collect → Record → Manage → Communicate → Withdraw → Audit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Consent is not simply a one-time checkbox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User preferences can change over time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Consent events should remain traceable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20/25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From Cookie Banner to Consent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Traditional approach: Show a banner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Modern approach: Capture user choice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Better approach: Respect and manage that choice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Enterprise approach: Collect → Manage → Enforce → Demonstrate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fra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21/25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Why Businesses Need Consent Guru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Simplify consent management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Maintain centralised consent records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Improve transparency and user control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Support organisational privacy and compliance processes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us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22/25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Privacy Centre &amp; Consent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Privacy notice and consent management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Cookie and preference management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Who, when, what purpose and withdrawal history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Centralised visibility for privacy teams and administrators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23/25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Your Data.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Your Consent.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Your Choice.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Experience Consent Guru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24/25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2340"/>
                </a:solidFill>
                <a:latin typeface="Aptos"/>
              </a:rPr>
              <a:t>Contact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5CD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704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CONSENT GURU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Consent Management. Simplified.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Website: www.consentguru.in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Email / Phone / Address: Add your official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5074920"/>
          </a:xfrm>
          <a:prstGeom prst="roundRect">
            <a:avLst/>
          </a:prstGeom>
          <a:solidFill>
            <a:srgbClr val="F4F8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44752"/>
            <a:ext cx="32004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CONSENT GURU  |  Consent Management.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387"/>
                </a:solidFill>
                <a:latin typeface="Aptos"/>
              </a:rPr>
              <a:t>25/25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